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Open Sans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43552" y="3354936"/>
            <a:ext cx="10274198" cy="2833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9"/>
              </a:lnSpc>
            </a:pPr>
            <a:r>
              <a:rPr lang="en-US" b="true" sz="4586">
                <a:solidFill>
                  <a:srgbClr val="E8EEF1"/>
                </a:solidFill>
                <a:latin typeface="Poppins Bold"/>
                <a:ea typeface="Poppins Bold"/>
                <a:cs typeface="Poppins Bold"/>
                <a:sym typeface="Poppins Bold"/>
              </a:rPr>
              <a:t>SOC LAB: SMART AUTO DOSING</a:t>
            </a:r>
          </a:p>
          <a:p>
            <a:pPr algn="ctr">
              <a:lnSpc>
                <a:spcPts val="3669"/>
              </a:lnSpc>
            </a:pPr>
            <a:r>
              <a:rPr lang="en-US" b="true" sz="45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PROFILEKEAMANAN INFRASTRUKTUR IOT MELALUI SIMULASI SERANGAN, DETEKSI INSIDEN, DAN MITIGASI BERBASIS SECURITY OPERATIONS CENTER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59192" y="7062331"/>
            <a:ext cx="2675860" cy="27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9"/>
              </a:lnSpc>
              <a:spcBef>
                <a:spcPct val="0"/>
              </a:spcBef>
            </a:pPr>
            <a:r>
              <a:rPr lang="en-US" sz="16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by: Kelompok 15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428912" y="791290"/>
            <a:ext cx="168226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Kelompok 15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Cybersecurity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18383" y="456195"/>
            <a:ext cx="2253197" cy="572505"/>
            <a:chOff x="0" y="0"/>
            <a:chExt cx="3004262" cy="76333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3004262" cy="763339"/>
              <a:chOff x="0" y="0"/>
              <a:chExt cx="593435" cy="15078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93435" cy="150783"/>
              </a:xfrm>
              <a:custGeom>
                <a:avLst/>
                <a:gdLst/>
                <a:ahLst/>
                <a:cxnLst/>
                <a:rect r="r" b="b" t="t" l="l"/>
                <a:pathLst>
                  <a:path h="150783" w="593435">
                    <a:moveTo>
                      <a:pt x="75392" y="0"/>
                    </a:moveTo>
                    <a:lnTo>
                      <a:pt x="518043" y="0"/>
                    </a:lnTo>
                    <a:cubicBezTo>
                      <a:pt x="538038" y="0"/>
                      <a:pt x="557214" y="7943"/>
                      <a:pt x="571353" y="22082"/>
                    </a:cubicBezTo>
                    <a:cubicBezTo>
                      <a:pt x="585491" y="36220"/>
                      <a:pt x="593435" y="55396"/>
                      <a:pt x="593435" y="75392"/>
                    </a:cubicBezTo>
                    <a:lnTo>
                      <a:pt x="593435" y="75392"/>
                    </a:lnTo>
                    <a:cubicBezTo>
                      <a:pt x="593435" y="117029"/>
                      <a:pt x="559681" y="150783"/>
                      <a:pt x="518043" y="150783"/>
                    </a:cubicBezTo>
                    <a:lnTo>
                      <a:pt x="75392" y="150783"/>
                    </a:lnTo>
                    <a:cubicBezTo>
                      <a:pt x="33754" y="150783"/>
                      <a:pt x="0" y="117029"/>
                      <a:pt x="0" y="75392"/>
                    </a:cubicBezTo>
                    <a:lnTo>
                      <a:pt x="0" y="75392"/>
                    </a:lnTo>
                    <a:cubicBezTo>
                      <a:pt x="0" y="33754"/>
                      <a:pt x="33754" y="0"/>
                      <a:pt x="7539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93435" cy="1888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35676" y="90651"/>
              <a:ext cx="2431310" cy="582037"/>
            </a:xfrm>
            <a:custGeom>
              <a:avLst/>
              <a:gdLst/>
              <a:ahLst/>
              <a:cxnLst/>
              <a:rect r="r" b="b" t="t" l="l"/>
              <a:pathLst>
                <a:path h="582037" w="2431310">
                  <a:moveTo>
                    <a:pt x="0" y="0"/>
                  </a:moveTo>
                  <a:lnTo>
                    <a:pt x="2431310" y="0"/>
                  </a:lnTo>
                  <a:lnTo>
                    <a:pt x="2431310" y="582037"/>
                  </a:lnTo>
                  <a:lnTo>
                    <a:pt x="0" y="582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67" r="0" b="-1867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718142" y="8984974"/>
            <a:ext cx="514753" cy="27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9"/>
              </a:lnSpc>
              <a:spcBef>
                <a:spcPct val="0"/>
              </a:spcBef>
            </a:pPr>
            <a:r>
              <a:rPr lang="en-US" sz="16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540047"/>
            <a:ext cx="12750077" cy="112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2"/>
              </a:lnSpc>
            </a:pPr>
            <a:r>
              <a:rPr lang="en-US" b="true" sz="90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MEET OUR TEAM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65172" y="1732808"/>
            <a:ext cx="16004874" cy="4854739"/>
            <a:chOff x="0" y="0"/>
            <a:chExt cx="21339832" cy="647298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585776" y="614967"/>
              <a:ext cx="4518592" cy="8892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4"/>
                </a:lnSpc>
              </a:pPr>
              <a:r>
                <a:rPr lang="en-US" b="true" sz="285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BINTANG KARINI</a:t>
              </a:r>
            </a:p>
            <a:p>
              <a:pPr algn="ctr">
                <a:lnSpc>
                  <a:spcPts val="2284"/>
                </a:lnSpc>
              </a:pPr>
              <a:r>
                <a:rPr lang="en-US" b="true" sz="285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J0404241005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733049" y="2202705"/>
              <a:ext cx="4518592" cy="8892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4"/>
                </a:lnSpc>
              </a:pPr>
              <a:r>
                <a:rPr lang="en-US" b="true" sz="285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NABIL ZULFAN</a:t>
              </a:r>
            </a:p>
            <a:p>
              <a:pPr algn="ctr">
                <a:lnSpc>
                  <a:spcPts val="2284"/>
                </a:lnSpc>
              </a:pPr>
              <a:r>
                <a:rPr lang="en-US" b="true" sz="285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J0404241052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858502" y="5420903"/>
              <a:ext cx="4518592" cy="8892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4"/>
                </a:lnSpc>
              </a:pPr>
              <a:r>
                <a:rPr lang="en-US" b="true" sz="285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ARKEN YUSUFA</a:t>
              </a:r>
            </a:p>
            <a:p>
              <a:pPr algn="ctr">
                <a:lnSpc>
                  <a:spcPts val="2284"/>
                </a:lnSpc>
              </a:pPr>
              <a:r>
                <a:rPr lang="en-US" b="true" sz="285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J0404241166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31129" y="3775770"/>
              <a:ext cx="5573339" cy="801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54"/>
                </a:lnSpc>
              </a:pPr>
              <a:r>
                <a:rPr lang="en-US" b="true" sz="2567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THERESIA SIMANJUNTAK</a:t>
              </a:r>
            </a:p>
            <a:p>
              <a:pPr algn="ctr">
                <a:lnSpc>
                  <a:spcPts val="2054"/>
                </a:lnSpc>
              </a:pPr>
              <a:r>
                <a:rPr lang="en-US" b="true" sz="2567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J0404241056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0" y="1669305"/>
              <a:ext cx="21339832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0" y="3251895"/>
              <a:ext cx="21339832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0" y="4887503"/>
              <a:ext cx="21339832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6855461" y="100"/>
              <a:ext cx="25399" cy="6472786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4" id="14"/>
            <p:cNvSpPr txBox="true"/>
            <p:nvPr/>
          </p:nvSpPr>
          <p:spPr>
            <a:xfrm rot="0">
              <a:off x="10951513" y="614967"/>
              <a:ext cx="4518592" cy="5032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4"/>
                </a:lnSpc>
              </a:pPr>
              <a:r>
                <a:rPr lang="en-US" b="true" sz="285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 RED TEAM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0951513" y="2054081"/>
              <a:ext cx="4518592" cy="5032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4"/>
                </a:lnSpc>
              </a:pPr>
              <a:r>
                <a:rPr lang="en-US" b="true" sz="285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 BLUE TEAM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0951513" y="3736709"/>
              <a:ext cx="4518592" cy="5032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4"/>
                </a:lnSpc>
              </a:pPr>
              <a:r>
                <a:rPr lang="en-US" b="true" sz="285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 RED TEAM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0951513" y="5370103"/>
              <a:ext cx="4518592" cy="5032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4"/>
                </a:lnSpc>
              </a:pPr>
              <a:r>
                <a:rPr lang="en-US" b="true" sz="285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 LEAD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428912" y="791290"/>
            <a:ext cx="168226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Kelompok 15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Cybersecurity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18383" y="456195"/>
            <a:ext cx="2253197" cy="572505"/>
            <a:chOff x="0" y="0"/>
            <a:chExt cx="3004262" cy="76333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004262" cy="763339"/>
              <a:chOff x="0" y="0"/>
              <a:chExt cx="593435" cy="15078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93435" cy="150783"/>
              </a:xfrm>
              <a:custGeom>
                <a:avLst/>
                <a:gdLst/>
                <a:ahLst/>
                <a:cxnLst/>
                <a:rect r="r" b="b" t="t" l="l"/>
                <a:pathLst>
                  <a:path h="150783" w="593435">
                    <a:moveTo>
                      <a:pt x="75392" y="0"/>
                    </a:moveTo>
                    <a:lnTo>
                      <a:pt x="518043" y="0"/>
                    </a:lnTo>
                    <a:cubicBezTo>
                      <a:pt x="538038" y="0"/>
                      <a:pt x="557214" y="7943"/>
                      <a:pt x="571353" y="22082"/>
                    </a:cubicBezTo>
                    <a:cubicBezTo>
                      <a:pt x="585491" y="36220"/>
                      <a:pt x="593435" y="55396"/>
                      <a:pt x="593435" y="75392"/>
                    </a:cubicBezTo>
                    <a:lnTo>
                      <a:pt x="593435" y="75392"/>
                    </a:lnTo>
                    <a:cubicBezTo>
                      <a:pt x="593435" y="117029"/>
                      <a:pt x="559681" y="150783"/>
                      <a:pt x="518043" y="150783"/>
                    </a:cubicBezTo>
                    <a:lnTo>
                      <a:pt x="75392" y="150783"/>
                    </a:lnTo>
                    <a:cubicBezTo>
                      <a:pt x="33754" y="150783"/>
                      <a:pt x="0" y="117029"/>
                      <a:pt x="0" y="75392"/>
                    </a:cubicBezTo>
                    <a:lnTo>
                      <a:pt x="0" y="75392"/>
                    </a:lnTo>
                    <a:cubicBezTo>
                      <a:pt x="0" y="33754"/>
                      <a:pt x="33754" y="0"/>
                      <a:pt x="7539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593435" cy="1888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235676" y="90651"/>
              <a:ext cx="2431310" cy="582037"/>
            </a:xfrm>
            <a:custGeom>
              <a:avLst/>
              <a:gdLst/>
              <a:ahLst/>
              <a:cxnLst/>
              <a:rect r="r" b="b" t="t" l="l"/>
              <a:pathLst>
                <a:path h="582037" w="2431310">
                  <a:moveTo>
                    <a:pt x="0" y="0"/>
                  </a:moveTo>
                  <a:lnTo>
                    <a:pt x="2431310" y="0"/>
                  </a:lnTo>
                  <a:lnTo>
                    <a:pt x="2431310" y="582037"/>
                  </a:lnTo>
                  <a:lnTo>
                    <a:pt x="0" y="582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67" r="0" b="-1867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15562" y="2667634"/>
            <a:ext cx="938951" cy="938951"/>
            <a:chOff x="0" y="0"/>
            <a:chExt cx="1251935" cy="12519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1935" cy="1251935"/>
            </a:xfrm>
            <a:custGeom>
              <a:avLst/>
              <a:gdLst/>
              <a:ahLst/>
              <a:cxnLst/>
              <a:rect r="r" b="b" t="t" l="l"/>
              <a:pathLst>
                <a:path h="1251935" w="1251935">
                  <a:moveTo>
                    <a:pt x="0" y="0"/>
                  </a:moveTo>
                  <a:lnTo>
                    <a:pt x="1251935" y="0"/>
                  </a:lnTo>
                  <a:lnTo>
                    <a:pt x="1251935" y="1251935"/>
                  </a:lnTo>
                  <a:lnTo>
                    <a:pt x="0" y="1251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76151" y="231699"/>
              <a:ext cx="699633" cy="699633"/>
            </a:xfrm>
            <a:custGeom>
              <a:avLst/>
              <a:gdLst/>
              <a:ahLst/>
              <a:cxnLst/>
              <a:rect r="r" b="b" t="t" l="l"/>
              <a:pathLst>
                <a:path h="699633" w="699633">
                  <a:moveTo>
                    <a:pt x="0" y="0"/>
                  </a:moveTo>
                  <a:lnTo>
                    <a:pt x="699633" y="0"/>
                  </a:lnTo>
                  <a:lnTo>
                    <a:pt x="699633" y="699633"/>
                  </a:lnTo>
                  <a:lnTo>
                    <a:pt x="0" y="699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86623" y="7283170"/>
            <a:ext cx="7831519" cy="111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Scope tim SOC:</a:t>
            </a:r>
          </a:p>
          <a:p>
            <a:pPr algn="l">
              <a:lnSpc>
                <a:spcPts val="2956"/>
              </a:lnSpc>
              <a:spcBef>
                <a:spcPct val="0"/>
              </a:spcBef>
            </a:pPr>
            <a:r>
              <a:rPr lang="en-US" sz="21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Kami mengamankan server backend replika: SSH, firewall, web Apache, dan database MySQL.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86623" y="2596023"/>
            <a:ext cx="7831519" cy="1486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6"/>
              </a:lnSpc>
              <a:spcBef>
                <a:spcPct val="0"/>
              </a:spcBef>
            </a:pPr>
            <a:r>
              <a:rPr lang="en-US" sz="21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Smart Auto Dosing adalah sistem dosing otomatis berbasis IoT. Sensor membaca kondisi, mikrokontroler menggerakkan pompa dosing, lalu data dikirim ke server backend dan ditampilkan di dashboard web.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6623" y="4956352"/>
            <a:ext cx="7831519" cy="111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Tujuan Sistem:</a:t>
            </a:r>
          </a:p>
          <a:p>
            <a:pPr algn="l">
              <a:lnSpc>
                <a:spcPts val="2956"/>
              </a:lnSpc>
              <a:spcBef>
                <a:spcPct val="0"/>
              </a:spcBef>
            </a:pPr>
            <a:r>
              <a:rPr lang="en-US" sz="21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Dosing otomatis yang terukur, dengan data dan status perangkat dipantau lewat dashboard web.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969437"/>
            <a:ext cx="3920493" cy="211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647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KONTEKS PROYEK IOT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18142" y="8984974"/>
            <a:ext cx="514753" cy="27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9"/>
              </a:lnSpc>
              <a:spcBef>
                <a:spcPct val="0"/>
              </a:spcBef>
            </a:pPr>
            <a:r>
              <a:rPr lang="en-US" sz="16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15562" y="4994452"/>
            <a:ext cx="938951" cy="938951"/>
            <a:chOff x="0" y="0"/>
            <a:chExt cx="1251935" cy="12519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1935" cy="1251935"/>
            </a:xfrm>
            <a:custGeom>
              <a:avLst/>
              <a:gdLst/>
              <a:ahLst/>
              <a:cxnLst/>
              <a:rect r="r" b="b" t="t" l="l"/>
              <a:pathLst>
                <a:path h="1251935" w="1251935">
                  <a:moveTo>
                    <a:pt x="0" y="0"/>
                  </a:moveTo>
                  <a:lnTo>
                    <a:pt x="1251935" y="0"/>
                  </a:lnTo>
                  <a:lnTo>
                    <a:pt x="1251935" y="1251935"/>
                  </a:lnTo>
                  <a:lnTo>
                    <a:pt x="0" y="1251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76151" y="231699"/>
              <a:ext cx="699633" cy="699633"/>
            </a:xfrm>
            <a:custGeom>
              <a:avLst/>
              <a:gdLst/>
              <a:ahLst/>
              <a:cxnLst/>
              <a:rect r="r" b="b" t="t" l="l"/>
              <a:pathLst>
                <a:path h="699633" w="699633">
                  <a:moveTo>
                    <a:pt x="0" y="0"/>
                  </a:moveTo>
                  <a:lnTo>
                    <a:pt x="699633" y="0"/>
                  </a:lnTo>
                  <a:lnTo>
                    <a:pt x="699633" y="699633"/>
                  </a:lnTo>
                  <a:lnTo>
                    <a:pt x="0" y="699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215562" y="7321270"/>
            <a:ext cx="938951" cy="938951"/>
            <a:chOff x="0" y="0"/>
            <a:chExt cx="1251935" cy="12519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1935" cy="1251935"/>
            </a:xfrm>
            <a:custGeom>
              <a:avLst/>
              <a:gdLst/>
              <a:ahLst/>
              <a:cxnLst/>
              <a:rect r="r" b="b" t="t" l="l"/>
              <a:pathLst>
                <a:path h="1251935" w="1251935">
                  <a:moveTo>
                    <a:pt x="0" y="0"/>
                  </a:moveTo>
                  <a:lnTo>
                    <a:pt x="1251935" y="0"/>
                  </a:lnTo>
                  <a:lnTo>
                    <a:pt x="1251935" y="1251935"/>
                  </a:lnTo>
                  <a:lnTo>
                    <a:pt x="0" y="1251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76151" y="231699"/>
              <a:ext cx="699633" cy="699633"/>
            </a:xfrm>
            <a:custGeom>
              <a:avLst/>
              <a:gdLst/>
              <a:ahLst/>
              <a:cxnLst/>
              <a:rect r="r" b="b" t="t" l="l"/>
              <a:pathLst>
                <a:path h="699633" w="699633">
                  <a:moveTo>
                    <a:pt x="0" y="0"/>
                  </a:moveTo>
                  <a:lnTo>
                    <a:pt x="699633" y="0"/>
                  </a:lnTo>
                  <a:lnTo>
                    <a:pt x="699633" y="699633"/>
                  </a:lnTo>
                  <a:lnTo>
                    <a:pt x="0" y="699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428912" y="791290"/>
            <a:ext cx="168226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Kelompok 15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Cybersecurity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18383" y="456195"/>
            <a:ext cx="2253197" cy="572505"/>
            <a:chOff x="0" y="0"/>
            <a:chExt cx="3004262" cy="763339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3004262" cy="763339"/>
              <a:chOff x="0" y="0"/>
              <a:chExt cx="593435" cy="15078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93435" cy="150783"/>
              </a:xfrm>
              <a:custGeom>
                <a:avLst/>
                <a:gdLst/>
                <a:ahLst/>
                <a:cxnLst/>
                <a:rect r="r" b="b" t="t" l="l"/>
                <a:pathLst>
                  <a:path h="150783" w="593435">
                    <a:moveTo>
                      <a:pt x="75392" y="0"/>
                    </a:moveTo>
                    <a:lnTo>
                      <a:pt x="518043" y="0"/>
                    </a:lnTo>
                    <a:cubicBezTo>
                      <a:pt x="538038" y="0"/>
                      <a:pt x="557214" y="7943"/>
                      <a:pt x="571353" y="22082"/>
                    </a:cubicBezTo>
                    <a:cubicBezTo>
                      <a:pt x="585491" y="36220"/>
                      <a:pt x="593435" y="55396"/>
                      <a:pt x="593435" y="75392"/>
                    </a:cubicBezTo>
                    <a:lnTo>
                      <a:pt x="593435" y="75392"/>
                    </a:lnTo>
                    <a:cubicBezTo>
                      <a:pt x="593435" y="117029"/>
                      <a:pt x="559681" y="150783"/>
                      <a:pt x="518043" y="150783"/>
                    </a:cubicBezTo>
                    <a:lnTo>
                      <a:pt x="75392" y="150783"/>
                    </a:lnTo>
                    <a:cubicBezTo>
                      <a:pt x="33754" y="150783"/>
                      <a:pt x="0" y="117029"/>
                      <a:pt x="0" y="75392"/>
                    </a:cubicBezTo>
                    <a:lnTo>
                      <a:pt x="0" y="75392"/>
                    </a:lnTo>
                    <a:cubicBezTo>
                      <a:pt x="0" y="33754"/>
                      <a:pt x="33754" y="0"/>
                      <a:pt x="7539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593435" cy="1888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235676" y="90651"/>
              <a:ext cx="2431310" cy="582037"/>
            </a:xfrm>
            <a:custGeom>
              <a:avLst/>
              <a:gdLst/>
              <a:ahLst/>
              <a:cxnLst/>
              <a:rect r="r" b="b" t="t" l="l"/>
              <a:pathLst>
                <a:path h="582037" w="2431310">
                  <a:moveTo>
                    <a:pt x="0" y="0"/>
                  </a:moveTo>
                  <a:lnTo>
                    <a:pt x="2431310" y="0"/>
                  </a:lnTo>
                  <a:lnTo>
                    <a:pt x="2431310" y="582037"/>
                  </a:lnTo>
                  <a:lnTo>
                    <a:pt x="0" y="582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867" r="0" b="-1867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69448" y="3789109"/>
            <a:ext cx="12658865" cy="3897857"/>
          </a:xfrm>
          <a:custGeom>
            <a:avLst/>
            <a:gdLst/>
            <a:ahLst/>
            <a:cxnLst/>
            <a:rect r="r" b="b" t="t" l="l"/>
            <a:pathLst>
              <a:path h="3897857" w="12658865">
                <a:moveTo>
                  <a:pt x="0" y="0"/>
                </a:moveTo>
                <a:lnTo>
                  <a:pt x="12658865" y="0"/>
                </a:lnTo>
                <a:lnTo>
                  <a:pt x="12658865" y="3897857"/>
                </a:lnTo>
                <a:lnTo>
                  <a:pt x="0" y="38978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523" r="-54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718142" y="8984974"/>
            <a:ext cx="514753" cy="27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9"/>
              </a:lnSpc>
              <a:spcBef>
                <a:spcPct val="0"/>
              </a:spcBef>
            </a:pPr>
            <a:r>
              <a:rPr lang="en-US" sz="16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02983" y="1675625"/>
            <a:ext cx="12492297" cy="168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2"/>
              </a:lnSpc>
            </a:pPr>
            <a:r>
              <a:rPr lang="en-US" b="true" sz="749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DEKLARASI TECH &amp; REPLIKASI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28912" y="791290"/>
            <a:ext cx="168226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Kelompok 15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Cybersecurity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18383" y="456195"/>
            <a:ext cx="2253197" cy="572505"/>
            <a:chOff x="0" y="0"/>
            <a:chExt cx="3004262" cy="76333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3004262" cy="763339"/>
              <a:chOff x="0" y="0"/>
              <a:chExt cx="593435" cy="15078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93435" cy="150783"/>
              </a:xfrm>
              <a:custGeom>
                <a:avLst/>
                <a:gdLst/>
                <a:ahLst/>
                <a:cxnLst/>
                <a:rect r="r" b="b" t="t" l="l"/>
                <a:pathLst>
                  <a:path h="150783" w="593435">
                    <a:moveTo>
                      <a:pt x="75392" y="0"/>
                    </a:moveTo>
                    <a:lnTo>
                      <a:pt x="518043" y="0"/>
                    </a:lnTo>
                    <a:cubicBezTo>
                      <a:pt x="538038" y="0"/>
                      <a:pt x="557214" y="7943"/>
                      <a:pt x="571353" y="22082"/>
                    </a:cubicBezTo>
                    <a:cubicBezTo>
                      <a:pt x="585491" y="36220"/>
                      <a:pt x="593435" y="55396"/>
                      <a:pt x="593435" y="75392"/>
                    </a:cubicBezTo>
                    <a:lnTo>
                      <a:pt x="593435" y="75392"/>
                    </a:lnTo>
                    <a:cubicBezTo>
                      <a:pt x="593435" y="117029"/>
                      <a:pt x="559681" y="150783"/>
                      <a:pt x="518043" y="150783"/>
                    </a:cubicBezTo>
                    <a:lnTo>
                      <a:pt x="75392" y="150783"/>
                    </a:lnTo>
                    <a:cubicBezTo>
                      <a:pt x="33754" y="150783"/>
                      <a:pt x="0" y="117029"/>
                      <a:pt x="0" y="75392"/>
                    </a:cubicBezTo>
                    <a:lnTo>
                      <a:pt x="0" y="75392"/>
                    </a:lnTo>
                    <a:cubicBezTo>
                      <a:pt x="0" y="33754"/>
                      <a:pt x="33754" y="0"/>
                      <a:pt x="7539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593435" cy="1888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235676" y="90651"/>
              <a:ext cx="2431310" cy="582037"/>
            </a:xfrm>
            <a:custGeom>
              <a:avLst/>
              <a:gdLst/>
              <a:ahLst/>
              <a:cxnLst/>
              <a:rect r="r" b="b" t="t" l="l"/>
              <a:pathLst>
                <a:path h="582037" w="2431310">
                  <a:moveTo>
                    <a:pt x="0" y="0"/>
                  </a:moveTo>
                  <a:lnTo>
                    <a:pt x="2431310" y="0"/>
                  </a:lnTo>
                  <a:lnTo>
                    <a:pt x="2431310" y="582037"/>
                  </a:lnTo>
                  <a:lnTo>
                    <a:pt x="0" y="582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67" r="0" b="-1867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75099" y="-259587"/>
            <a:ext cx="4223388" cy="3301921"/>
          </a:xfrm>
          <a:custGeom>
            <a:avLst/>
            <a:gdLst/>
            <a:ahLst/>
            <a:cxnLst/>
            <a:rect r="r" b="b" t="t" l="l"/>
            <a:pathLst>
              <a:path h="3301921" w="4223388">
                <a:moveTo>
                  <a:pt x="0" y="3301922"/>
                </a:moveTo>
                <a:lnTo>
                  <a:pt x="4223388" y="3301922"/>
                </a:lnTo>
                <a:lnTo>
                  <a:pt x="4223388" y="0"/>
                </a:lnTo>
                <a:lnTo>
                  <a:pt x="0" y="0"/>
                </a:lnTo>
                <a:lnTo>
                  <a:pt x="0" y="3301922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382996" y="7528581"/>
            <a:ext cx="4111809" cy="3214687"/>
          </a:xfrm>
          <a:custGeom>
            <a:avLst/>
            <a:gdLst/>
            <a:ahLst/>
            <a:cxnLst/>
            <a:rect r="r" b="b" t="t" l="l"/>
            <a:pathLst>
              <a:path h="3214687" w="4111809">
                <a:moveTo>
                  <a:pt x="4111809" y="3214687"/>
                </a:moveTo>
                <a:lnTo>
                  <a:pt x="0" y="3214687"/>
                </a:lnTo>
                <a:lnTo>
                  <a:pt x="0" y="0"/>
                </a:lnTo>
                <a:lnTo>
                  <a:pt x="4111809" y="0"/>
                </a:lnTo>
                <a:lnTo>
                  <a:pt x="4111809" y="3214687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35281" y="2070059"/>
            <a:ext cx="9569963" cy="3754431"/>
          </a:xfrm>
          <a:custGeom>
            <a:avLst/>
            <a:gdLst/>
            <a:ahLst/>
            <a:cxnLst/>
            <a:rect r="r" b="b" t="t" l="l"/>
            <a:pathLst>
              <a:path h="3754431" w="9569963">
                <a:moveTo>
                  <a:pt x="0" y="0"/>
                </a:moveTo>
                <a:lnTo>
                  <a:pt x="9569963" y="0"/>
                </a:lnTo>
                <a:lnTo>
                  <a:pt x="9569963" y="3754431"/>
                </a:lnTo>
                <a:lnTo>
                  <a:pt x="0" y="37544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9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35281" y="6729365"/>
            <a:ext cx="9054316" cy="2069002"/>
          </a:xfrm>
          <a:custGeom>
            <a:avLst/>
            <a:gdLst/>
            <a:ahLst/>
            <a:cxnLst/>
            <a:rect r="r" b="b" t="t" l="l"/>
            <a:pathLst>
              <a:path h="2069002" w="9054316">
                <a:moveTo>
                  <a:pt x="0" y="0"/>
                </a:moveTo>
                <a:lnTo>
                  <a:pt x="9054315" y="0"/>
                </a:lnTo>
                <a:lnTo>
                  <a:pt x="9054315" y="2069002"/>
                </a:lnTo>
                <a:lnTo>
                  <a:pt x="0" y="20690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886623" y="8984974"/>
            <a:ext cx="514753" cy="27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59"/>
              </a:lnSpc>
              <a:spcBef>
                <a:spcPct val="0"/>
              </a:spcBef>
            </a:pPr>
            <a:r>
              <a:rPr lang="en-US" sz="16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5099" y="2894629"/>
            <a:ext cx="4921592" cy="131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03"/>
              </a:lnSpc>
            </a:pPr>
            <a:r>
              <a:rPr lang="en-US" b="true" sz="587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ARSITEKTUR SIMULASI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2807" y="7281625"/>
            <a:ext cx="4206176" cy="627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0"/>
              </a:lnSpc>
            </a:pPr>
            <a:r>
              <a:rPr lang="en-US" b="true" sz="502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IP PLAN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28912" y="791290"/>
            <a:ext cx="168226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Kelompok 15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Cybersecurity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18383" y="456195"/>
            <a:ext cx="2253197" cy="572505"/>
            <a:chOff x="0" y="0"/>
            <a:chExt cx="3004262" cy="76333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3004262" cy="763339"/>
              <a:chOff x="0" y="0"/>
              <a:chExt cx="593435" cy="15078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93435" cy="150783"/>
              </a:xfrm>
              <a:custGeom>
                <a:avLst/>
                <a:gdLst/>
                <a:ahLst/>
                <a:cxnLst/>
                <a:rect r="r" b="b" t="t" l="l"/>
                <a:pathLst>
                  <a:path h="150783" w="593435">
                    <a:moveTo>
                      <a:pt x="75392" y="0"/>
                    </a:moveTo>
                    <a:lnTo>
                      <a:pt x="518043" y="0"/>
                    </a:lnTo>
                    <a:cubicBezTo>
                      <a:pt x="538038" y="0"/>
                      <a:pt x="557214" y="7943"/>
                      <a:pt x="571353" y="22082"/>
                    </a:cubicBezTo>
                    <a:cubicBezTo>
                      <a:pt x="585491" y="36220"/>
                      <a:pt x="593435" y="55396"/>
                      <a:pt x="593435" y="75392"/>
                    </a:cubicBezTo>
                    <a:lnTo>
                      <a:pt x="593435" y="75392"/>
                    </a:lnTo>
                    <a:cubicBezTo>
                      <a:pt x="593435" y="117029"/>
                      <a:pt x="559681" y="150783"/>
                      <a:pt x="518043" y="150783"/>
                    </a:cubicBezTo>
                    <a:lnTo>
                      <a:pt x="75392" y="150783"/>
                    </a:lnTo>
                    <a:cubicBezTo>
                      <a:pt x="33754" y="150783"/>
                      <a:pt x="0" y="117029"/>
                      <a:pt x="0" y="75392"/>
                    </a:cubicBezTo>
                    <a:lnTo>
                      <a:pt x="0" y="75392"/>
                    </a:lnTo>
                    <a:cubicBezTo>
                      <a:pt x="0" y="33754"/>
                      <a:pt x="33754" y="0"/>
                      <a:pt x="7539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93435" cy="1888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235676" y="90651"/>
              <a:ext cx="2431310" cy="582037"/>
            </a:xfrm>
            <a:custGeom>
              <a:avLst/>
              <a:gdLst/>
              <a:ahLst/>
              <a:cxnLst/>
              <a:rect r="r" b="b" t="t" l="l"/>
              <a:pathLst>
                <a:path h="582037" w="2431310">
                  <a:moveTo>
                    <a:pt x="0" y="0"/>
                  </a:moveTo>
                  <a:lnTo>
                    <a:pt x="2431310" y="0"/>
                  </a:lnTo>
                  <a:lnTo>
                    <a:pt x="2431310" y="582037"/>
                  </a:lnTo>
                  <a:lnTo>
                    <a:pt x="0" y="582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867" r="0" b="-1867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0152" y="1500746"/>
            <a:ext cx="10025121" cy="2863038"/>
          </a:xfrm>
          <a:custGeom>
            <a:avLst/>
            <a:gdLst/>
            <a:ahLst/>
            <a:cxnLst/>
            <a:rect r="r" b="b" t="t" l="l"/>
            <a:pathLst>
              <a:path h="2863038" w="10025121">
                <a:moveTo>
                  <a:pt x="0" y="0"/>
                </a:moveTo>
                <a:lnTo>
                  <a:pt x="10025121" y="0"/>
                </a:lnTo>
                <a:lnTo>
                  <a:pt x="10025121" y="2863038"/>
                </a:lnTo>
                <a:lnTo>
                  <a:pt x="0" y="2863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64839" y="4417096"/>
            <a:ext cx="10909817" cy="2903419"/>
          </a:xfrm>
          <a:custGeom>
            <a:avLst/>
            <a:gdLst/>
            <a:ahLst/>
            <a:cxnLst/>
            <a:rect r="r" b="b" t="t" l="l"/>
            <a:pathLst>
              <a:path h="2903419" w="10909817">
                <a:moveTo>
                  <a:pt x="0" y="0"/>
                </a:moveTo>
                <a:lnTo>
                  <a:pt x="10909817" y="0"/>
                </a:lnTo>
                <a:lnTo>
                  <a:pt x="10909817" y="2903419"/>
                </a:lnTo>
                <a:lnTo>
                  <a:pt x="0" y="29034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4426" y="7320515"/>
            <a:ext cx="11049885" cy="2863327"/>
          </a:xfrm>
          <a:custGeom>
            <a:avLst/>
            <a:gdLst/>
            <a:ahLst/>
            <a:cxnLst/>
            <a:rect r="r" b="b" t="t" l="l"/>
            <a:pathLst>
              <a:path h="2863327" w="11049885">
                <a:moveTo>
                  <a:pt x="0" y="0"/>
                </a:moveTo>
                <a:lnTo>
                  <a:pt x="11049885" y="0"/>
                </a:lnTo>
                <a:lnTo>
                  <a:pt x="11049885" y="2863327"/>
                </a:lnTo>
                <a:lnTo>
                  <a:pt x="0" y="28633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718142" y="8984974"/>
            <a:ext cx="514753" cy="27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9"/>
              </a:lnSpc>
              <a:spcBef>
                <a:spcPct val="0"/>
              </a:spcBef>
            </a:pPr>
            <a:r>
              <a:rPr lang="en-US" sz="16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89319" y="566285"/>
            <a:ext cx="12897018" cy="659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2"/>
              </a:lnSpc>
            </a:pPr>
            <a:r>
              <a:rPr lang="en-US" b="true" sz="53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PROGRESS HARDENING &amp; BASELINE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28912" y="791290"/>
            <a:ext cx="168226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Kelompok 15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Cybersecurity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18383" y="456195"/>
            <a:ext cx="2253197" cy="572505"/>
            <a:chOff x="0" y="0"/>
            <a:chExt cx="3004262" cy="763339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3004262" cy="763339"/>
              <a:chOff x="0" y="0"/>
              <a:chExt cx="593435" cy="15078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93435" cy="150783"/>
              </a:xfrm>
              <a:custGeom>
                <a:avLst/>
                <a:gdLst/>
                <a:ahLst/>
                <a:cxnLst/>
                <a:rect r="r" b="b" t="t" l="l"/>
                <a:pathLst>
                  <a:path h="150783" w="593435">
                    <a:moveTo>
                      <a:pt x="75392" y="0"/>
                    </a:moveTo>
                    <a:lnTo>
                      <a:pt x="518043" y="0"/>
                    </a:lnTo>
                    <a:cubicBezTo>
                      <a:pt x="538038" y="0"/>
                      <a:pt x="557214" y="7943"/>
                      <a:pt x="571353" y="22082"/>
                    </a:cubicBezTo>
                    <a:cubicBezTo>
                      <a:pt x="585491" y="36220"/>
                      <a:pt x="593435" y="55396"/>
                      <a:pt x="593435" y="75392"/>
                    </a:cubicBezTo>
                    <a:lnTo>
                      <a:pt x="593435" y="75392"/>
                    </a:lnTo>
                    <a:cubicBezTo>
                      <a:pt x="593435" y="117029"/>
                      <a:pt x="559681" y="150783"/>
                      <a:pt x="518043" y="150783"/>
                    </a:cubicBezTo>
                    <a:lnTo>
                      <a:pt x="75392" y="150783"/>
                    </a:lnTo>
                    <a:cubicBezTo>
                      <a:pt x="33754" y="150783"/>
                      <a:pt x="0" y="117029"/>
                      <a:pt x="0" y="75392"/>
                    </a:cubicBezTo>
                    <a:lnTo>
                      <a:pt x="0" y="75392"/>
                    </a:lnTo>
                    <a:cubicBezTo>
                      <a:pt x="0" y="33754"/>
                      <a:pt x="33754" y="0"/>
                      <a:pt x="7539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593435" cy="1888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35676" y="90651"/>
              <a:ext cx="2431310" cy="582037"/>
            </a:xfrm>
            <a:custGeom>
              <a:avLst/>
              <a:gdLst/>
              <a:ahLst/>
              <a:cxnLst/>
              <a:rect r="r" b="b" t="t" l="l"/>
              <a:pathLst>
                <a:path h="582037" w="2431310">
                  <a:moveTo>
                    <a:pt x="0" y="0"/>
                  </a:moveTo>
                  <a:lnTo>
                    <a:pt x="2431310" y="0"/>
                  </a:lnTo>
                  <a:lnTo>
                    <a:pt x="2431310" y="582037"/>
                  </a:lnTo>
                  <a:lnTo>
                    <a:pt x="0" y="582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867" r="0" b="-1867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0152" y="1981143"/>
            <a:ext cx="14194541" cy="2590504"/>
          </a:xfrm>
          <a:custGeom>
            <a:avLst/>
            <a:gdLst/>
            <a:ahLst/>
            <a:cxnLst/>
            <a:rect r="r" b="b" t="t" l="l"/>
            <a:pathLst>
              <a:path h="2590504" w="14194541">
                <a:moveTo>
                  <a:pt x="0" y="0"/>
                </a:moveTo>
                <a:lnTo>
                  <a:pt x="14194542" y="0"/>
                </a:lnTo>
                <a:lnTo>
                  <a:pt x="14194542" y="2590504"/>
                </a:lnTo>
                <a:lnTo>
                  <a:pt x="0" y="25905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0152" y="5133622"/>
            <a:ext cx="12255682" cy="4613153"/>
          </a:xfrm>
          <a:custGeom>
            <a:avLst/>
            <a:gdLst/>
            <a:ahLst/>
            <a:cxnLst/>
            <a:rect r="r" b="b" t="t" l="l"/>
            <a:pathLst>
              <a:path h="4613153" w="12255682">
                <a:moveTo>
                  <a:pt x="0" y="0"/>
                </a:moveTo>
                <a:lnTo>
                  <a:pt x="12255682" y="0"/>
                </a:lnTo>
                <a:lnTo>
                  <a:pt x="12255682" y="4613154"/>
                </a:lnTo>
                <a:lnTo>
                  <a:pt x="0" y="46131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718142" y="8984974"/>
            <a:ext cx="514753" cy="27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9"/>
              </a:lnSpc>
              <a:spcBef>
                <a:spcPct val="0"/>
              </a:spcBef>
            </a:pPr>
            <a:r>
              <a:rPr lang="en-US" sz="16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19548" y="645465"/>
            <a:ext cx="13209364" cy="66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5"/>
              </a:lnSpc>
            </a:pPr>
            <a:r>
              <a:rPr lang="en-US" b="true" sz="545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PROGRESS HARDENING &amp; BASELINE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28912" y="791290"/>
            <a:ext cx="168226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Kelompok 15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Cybersecurity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18383" y="456195"/>
            <a:ext cx="2253197" cy="572505"/>
            <a:chOff x="0" y="0"/>
            <a:chExt cx="3004262" cy="76333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3004262" cy="763339"/>
              <a:chOff x="0" y="0"/>
              <a:chExt cx="593435" cy="15078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93435" cy="150783"/>
              </a:xfrm>
              <a:custGeom>
                <a:avLst/>
                <a:gdLst/>
                <a:ahLst/>
                <a:cxnLst/>
                <a:rect r="r" b="b" t="t" l="l"/>
                <a:pathLst>
                  <a:path h="150783" w="593435">
                    <a:moveTo>
                      <a:pt x="75392" y="0"/>
                    </a:moveTo>
                    <a:lnTo>
                      <a:pt x="518043" y="0"/>
                    </a:lnTo>
                    <a:cubicBezTo>
                      <a:pt x="538038" y="0"/>
                      <a:pt x="557214" y="7943"/>
                      <a:pt x="571353" y="22082"/>
                    </a:cubicBezTo>
                    <a:cubicBezTo>
                      <a:pt x="585491" y="36220"/>
                      <a:pt x="593435" y="55396"/>
                      <a:pt x="593435" y="75392"/>
                    </a:cubicBezTo>
                    <a:lnTo>
                      <a:pt x="593435" y="75392"/>
                    </a:lnTo>
                    <a:cubicBezTo>
                      <a:pt x="593435" y="117029"/>
                      <a:pt x="559681" y="150783"/>
                      <a:pt x="518043" y="150783"/>
                    </a:cubicBezTo>
                    <a:lnTo>
                      <a:pt x="75392" y="150783"/>
                    </a:lnTo>
                    <a:cubicBezTo>
                      <a:pt x="33754" y="150783"/>
                      <a:pt x="0" y="117029"/>
                      <a:pt x="0" y="75392"/>
                    </a:cubicBezTo>
                    <a:lnTo>
                      <a:pt x="0" y="75392"/>
                    </a:lnTo>
                    <a:cubicBezTo>
                      <a:pt x="0" y="33754"/>
                      <a:pt x="33754" y="0"/>
                      <a:pt x="7539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93435" cy="1888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235676" y="90651"/>
              <a:ext cx="2431310" cy="582037"/>
            </a:xfrm>
            <a:custGeom>
              <a:avLst/>
              <a:gdLst/>
              <a:ahLst/>
              <a:cxnLst/>
              <a:rect r="r" b="b" t="t" l="l"/>
              <a:pathLst>
                <a:path h="582037" w="2431310">
                  <a:moveTo>
                    <a:pt x="0" y="0"/>
                  </a:moveTo>
                  <a:lnTo>
                    <a:pt x="2431310" y="0"/>
                  </a:lnTo>
                  <a:lnTo>
                    <a:pt x="2431310" y="582037"/>
                  </a:lnTo>
                  <a:lnTo>
                    <a:pt x="0" y="582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867" r="0" b="-1867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3216" y="645632"/>
            <a:ext cx="14581765" cy="110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7"/>
              </a:lnSpc>
            </a:pPr>
            <a:r>
              <a:rPr lang="en-US" b="true" sz="892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LIVE DEMO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18383" y="456195"/>
            <a:ext cx="2253197" cy="572505"/>
            <a:chOff x="0" y="0"/>
            <a:chExt cx="3004262" cy="76333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3004262" cy="763339"/>
              <a:chOff x="0" y="0"/>
              <a:chExt cx="593435" cy="15078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93435" cy="150783"/>
              </a:xfrm>
              <a:custGeom>
                <a:avLst/>
                <a:gdLst/>
                <a:ahLst/>
                <a:cxnLst/>
                <a:rect r="r" b="b" t="t" l="l"/>
                <a:pathLst>
                  <a:path h="150783" w="593435">
                    <a:moveTo>
                      <a:pt x="75392" y="0"/>
                    </a:moveTo>
                    <a:lnTo>
                      <a:pt x="518043" y="0"/>
                    </a:lnTo>
                    <a:cubicBezTo>
                      <a:pt x="538038" y="0"/>
                      <a:pt x="557214" y="7943"/>
                      <a:pt x="571353" y="22082"/>
                    </a:cubicBezTo>
                    <a:cubicBezTo>
                      <a:pt x="585491" y="36220"/>
                      <a:pt x="593435" y="55396"/>
                      <a:pt x="593435" y="75392"/>
                    </a:cubicBezTo>
                    <a:lnTo>
                      <a:pt x="593435" y="75392"/>
                    </a:lnTo>
                    <a:cubicBezTo>
                      <a:pt x="593435" y="117029"/>
                      <a:pt x="559681" y="150783"/>
                      <a:pt x="518043" y="150783"/>
                    </a:cubicBezTo>
                    <a:lnTo>
                      <a:pt x="75392" y="150783"/>
                    </a:lnTo>
                    <a:cubicBezTo>
                      <a:pt x="33754" y="150783"/>
                      <a:pt x="0" y="117029"/>
                      <a:pt x="0" y="75392"/>
                    </a:cubicBezTo>
                    <a:lnTo>
                      <a:pt x="0" y="75392"/>
                    </a:lnTo>
                    <a:cubicBezTo>
                      <a:pt x="0" y="33754"/>
                      <a:pt x="33754" y="0"/>
                      <a:pt x="7539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593435" cy="1888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235676" y="90651"/>
              <a:ext cx="2431310" cy="582037"/>
            </a:xfrm>
            <a:custGeom>
              <a:avLst/>
              <a:gdLst/>
              <a:ahLst/>
              <a:cxnLst/>
              <a:rect r="r" b="b" t="t" l="l"/>
              <a:pathLst>
                <a:path h="582037" w="2431310">
                  <a:moveTo>
                    <a:pt x="0" y="0"/>
                  </a:moveTo>
                  <a:lnTo>
                    <a:pt x="2431310" y="0"/>
                  </a:lnTo>
                  <a:lnTo>
                    <a:pt x="2431310" y="582037"/>
                  </a:lnTo>
                  <a:lnTo>
                    <a:pt x="0" y="582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67" r="0" b="-1867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436496" y="2695574"/>
            <a:ext cx="8512026" cy="4383693"/>
          </a:xfrm>
          <a:custGeom>
            <a:avLst/>
            <a:gdLst/>
            <a:ahLst/>
            <a:cxnLst/>
            <a:rect r="r" b="b" t="t" l="l"/>
            <a:pathLst>
              <a:path h="4383693" w="8512026">
                <a:moveTo>
                  <a:pt x="0" y="0"/>
                </a:moveTo>
                <a:lnTo>
                  <a:pt x="8512025" y="0"/>
                </a:lnTo>
                <a:lnTo>
                  <a:pt x="8512025" y="4383694"/>
                </a:lnTo>
                <a:lnTo>
                  <a:pt x="0" y="4383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3278" y="2768993"/>
            <a:ext cx="8979016" cy="4427777"/>
          </a:xfrm>
          <a:custGeom>
            <a:avLst/>
            <a:gdLst/>
            <a:ahLst/>
            <a:cxnLst/>
            <a:rect r="r" b="b" t="t" l="l"/>
            <a:pathLst>
              <a:path h="4427777" w="8979016">
                <a:moveTo>
                  <a:pt x="0" y="0"/>
                </a:moveTo>
                <a:lnTo>
                  <a:pt x="8979016" y="0"/>
                </a:lnTo>
                <a:lnTo>
                  <a:pt x="8979016" y="4427777"/>
                </a:lnTo>
                <a:lnTo>
                  <a:pt x="0" y="44277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22775" y="8984974"/>
            <a:ext cx="514753" cy="27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59"/>
              </a:lnSpc>
              <a:spcBef>
                <a:spcPct val="0"/>
              </a:spcBef>
            </a:pPr>
            <a:r>
              <a:rPr lang="en-US" sz="16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28912" y="791290"/>
            <a:ext cx="168226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Kelompok 15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Cybersecurity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52467" y="3360453"/>
            <a:ext cx="14668615" cy="4590538"/>
          </a:xfrm>
          <a:custGeom>
            <a:avLst/>
            <a:gdLst/>
            <a:ahLst/>
            <a:cxnLst/>
            <a:rect r="r" b="b" t="t" l="l"/>
            <a:pathLst>
              <a:path h="4590538" w="14668615">
                <a:moveTo>
                  <a:pt x="0" y="0"/>
                </a:moveTo>
                <a:lnTo>
                  <a:pt x="14668615" y="0"/>
                </a:lnTo>
                <a:lnTo>
                  <a:pt x="14668615" y="4590538"/>
                </a:lnTo>
                <a:lnTo>
                  <a:pt x="0" y="45905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45212" y="2942695"/>
            <a:ext cx="814662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Target: Ubuntu 192.168.50.20 (replika Smart Auto Dosing) · Attacker: Kali 192.168.50.10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58215" y="1035194"/>
            <a:ext cx="10657118" cy="807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6"/>
              </a:lnSpc>
            </a:pPr>
            <a:r>
              <a:rPr lang="en-US" b="true" sz="652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ATTACK PLAN FASE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28912" y="791290"/>
            <a:ext cx="168226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Kelompok 15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Cybersecurity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18383" y="456195"/>
            <a:ext cx="2253197" cy="572505"/>
            <a:chOff x="0" y="0"/>
            <a:chExt cx="3004262" cy="76333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3004262" cy="763339"/>
              <a:chOff x="0" y="0"/>
              <a:chExt cx="593435" cy="15078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93435" cy="150783"/>
              </a:xfrm>
              <a:custGeom>
                <a:avLst/>
                <a:gdLst/>
                <a:ahLst/>
                <a:cxnLst/>
                <a:rect r="r" b="b" t="t" l="l"/>
                <a:pathLst>
                  <a:path h="150783" w="593435">
                    <a:moveTo>
                      <a:pt x="75392" y="0"/>
                    </a:moveTo>
                    <a:lnTo>
                      <a:pt x="518043" y="0"/>
                    </a:lnTo>
                    <a:cubicBezTo>
                      <a:pt x="538038" y="0"/>
                      <a:pt x="557214" y="7943"/>
                      <a:pt x="571353" y="22082"/>
                    </a:cubicBezTo>
                    <a:cubicBezTo>
                      <a:pt x="585491" y="36220"/>
                      <a:pt x="593435" y="55396"/>
                      <a:pt x="593435" y="75392"/>
                    </a:cubicBezTo>
                    <a:lnTo>
                      <a:pt x="593435" y="75392"/>
                    </a:lnTo>
                    <a:cubicBezTo>
                      <a:pt x="593435" y="117029"/>
                      <a:pt x="559681" y="150783"/>
                      <a:pt x="518043" y="150783"/>
                    </a:cubicBezTo>
                    <a:lnTo>
                      <a:pt x="75392" y="150783"/>
                    </a:lnTo>
                    <a:cubicBezTo>
                      <a:pt x="33754" y="150783"/>
                      <a:pt x="0" y="117029"/>
                      <a:pt x="0" y="75392"/>
                    </a:cubicBezTo>
                    <a:lnTo>
                      <a:pt x="0" y="75392"/>
                    </a:lnTo>
                    <a:cubicBezTo>
                      <a:pt x="0" y="33754"/>
                      <a:pt x="33754" y="0"/>
                      <a:pt x="7539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593435" cy="1888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235676" y="90651"/>
              <a:ext cx="2431310" cy="582037"/>
            </a:xfrm>
            <a:custGeom>
              <a:avLst/>
              <a:gdLst/>
              <a:ahLst/>
              <a:cxnLst/>
              <a:rect r="r" b="b" t="t" l="l"/>
              <a:pathLst>
                <a:path h="582037" w="2431310">
                  <a:moveTo>
                    <a:pt x="0" y="0"/>
                  </a:moveTo>
                  <a:lnTo>
                    <a:pt x="2431310" y="0"/>
                  </a:lnTo>
                  <a:lnTo>
                    <a:pt x="2431310" y="582037"/>
                  </a:lnTo>
                  <a:lnTo>
                    <a:pt x="0" y="582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67" r="0" b="-1867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32809" y="2528472"/>
            <a:ext cx="14307930" cy="5786445"/>
          </a:xfrm>
          <a:custGeom>
            <a:avLst/>
            <a:gdLst/>
            <a:ahLst/>
            <a:cxnLst/>
            <a:rect r="r" b="b" t="t" l="l"/>
            <a:pathLst>
              <a:path h="5786445" w="14307930">
                <a:moveTo>
                  <a:pt x="0" y="0"/>
                </a:moveTo>
                <a:lnTo>
                  <a:pt x="14307930" y="0"/>
                </a:lnTo>
                <a:lnTo>
                  <a:pt x="14307930" y="5786446"/>
                </a:lnTo>
                <a:lnTo>
                  <a:pt x="0" y="5786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58215" y="897863"/>
            <a:ext cx="10657118" cy="146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6"/>
              </a:lnSpc>
            </a:pPr>
            <a:r>
              <a:rPr lang="en-US" b="true" sz="652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KENDALA TEKNIS &amp; PEMBELAJARAN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428912" y="791290"/>
            <a:ext cx="168226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Kelompok 15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Cybersecurity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18383" y="456195"/>
            <a:ext cx="2253197" cy="572505"/>
            <a:chOff x="0" y="0"/>
            <a:chExt cx="3004262" cy="76333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3004262" cy="763339"/>
              <a:chOff x="0" y="0"/>
              <a:chExt cx="593435" cy="15078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93435" cy="150783"/>
              </a:xfrm>
              <a:custGeom>
                <a:avLst/>
                <a:gdLst/>
                <a:ahLst/>
                <a:cxnLst/>
                <a:rect r="r" b="b" t="t" l="l"/>
                <a:pathLst>
                  <a:path h="150783" w="593435">
                    <a:moveTo>
                      <a:pt x="75392" y="0"/>
                    </a:moveTo>
                    <a:lnTo>
                      <a:pt x="518043" y="0"/>
                    </a:lnTo>
                    <a:cubicBezTo>
                      <a:pt x="538038" y="0"/>
                      <a:pt x="557214" y="7943"/>
                      <a:pt x="571353" y="22082"/>
                    </a:cubicBezTo>
                    <a:cubicBezTo>
                      <a:pt x="585491" y="36220"/>
                      <a:pt x="593435" y="55396"/>
                      <a:pt x="593435" y="75392"/>
                    </a:cubicBezTo>
                    <a:lnTo>
                      <a:pt x="593435" y="75392"/>
                    </a:lnTo>
                    <a:cubicBezTo>
                      <a:pt x="593435" y="117029"/>
                      <a:pt x="559681" y="150783"/>
                      <a:pt x="518043" y="150783"/>
                    </a:cubicBezTo>
                    <a:lnTo>
                      <a:pt x="75392" y="150783"/>
                    </a:lnTo>
                    <a:cubicBezTo>
                      <a:pt x="33754" y="150783"/>
                      <a:pt x="0" y="117029"/>
                      <a:pt x="0" y="75392"/>
                    </a:cubicBezTo>
                    <a:lnTo>
                      <a:pt x="0" y="75392"/>
                    </a:lnTo>
                    <a:cubicBezTo>
                      <a:pt x="0" y="33754"/>
                      <a:pt x="33754" y="0"/>
                      <a:pt x="7539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93435" cy="1888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35676" y="90651"/>
              <a:ext cx="2431310" cy="582037"/>
            </a:xfrm>
            <a:custGeom>
              <a:avLst/>
              <a:gdLst/>
              <a:ahLst/>
              <a:cxnLst/>
              <a:rect r="r" b="b" t="t" l="l"/>
              <a:pathLst>
                <a:path h="582037" w="2431310">
                  <a:moveTo>
                    <a:pt x="0" y="0"/>
                  </a:moveTo>
                  <a:lnTo>
                    <a:pt x="2431310" y="0"/>
                  </a:lnTo>
                  <a:lnTo>
                    <a:pt x="2431310" y="582037"/>
                  </a:lnTo>
                  <a:lnTo>
                    <a:pt x="0" y="582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67" r="0" b="-1867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75519" y="959965"/>
            <a:ext cx="283781" cy="189069"/>
          </a:xfrm>
          <a:custGeom>
            <a:avLst/>
            <a:gdLst/>
            <a:ahLst/>
            <a:cxnLst/>
            <a:rect r="r" b="b" t="t" l="l"/>
            <a:pathLst>
              <a:path h="189069" w="283781">
                <a:moveTo>
                  <a:pt x="0" y="0"/>
                </a:moveTo>
                <a:lnTo>
                  <a:pt x="283781" y="0"/>
                </a:lnTo>
                <a:lnTo>
                  <a:pt x="283781" y="189070"/>
                </a:lnTo>
                <a:lnTo>
                  <a:pt x="0" y="189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54219"/>
            <a:ext cx="451452" cy="400561"/>
          </a:xfrm>
          <a:custGeom>
            <a:avLst/>
            <a:gdLst/>
            <a:ahLst/>
            <a:cxnLst/>
            <a:rect r="r" b="b" t="t" l="l"/>
            <a:pathLst>
              <a:path h="400561" w="451452">
                <a:moveTo>
                  <a:pt x="0" y="0"/>
                </a:moveTo>
                <a:lnTo>
                  <a:pt x="451452" y="0"/>
                </a:lnTo>
                <a:lnTo>
                  <a:pt x="451452" y="400562"/>
                </a:lnTo>
                <a:lnTo>
                  <a:pt x="0" y="4005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7483" y="1834237"/>
            <a:ext cx="18170517" cy="6599856"/>
            <a:chOff x="0" y="0"/>
            <a:chExt cx="2815089" cy="10224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15089" cy="1022490"/>
            </a:xfrm>
            <a:custGeom>
              <a:avLst/>
              <a:gdLst/>
              <a:ahLst/>
              <a:cxnLst/>
              <a:rect r="r" b="b" t="t" l="l"/>
              <a:pathLst>
                <a:path h="1022490" w="2815089">
                  <a:moveTo>
                    <a:pt x="0" y="0"/>
                  </a:moveTo>
                  <a:lnTo>
                    <a:pt x="2815089" y="0"/>
                  </a:lnTo>
                  <a:lnTo>
                    <a:pt x="2815089" y="1022490"/>
                  </a:lnTo>
                  <a:lnTo>
                    <a:pt x="0" y="1022490"/>
                  </a:lnTo>
                  <a:close/>
                </a:path>
              </a:pathLst>
            </a:custGeom>
            <a:blipFill>
              <a:blip r:embed="rId7"/>
              <a:stretch>
                <a:fillRect l="0" t="-41714" r="0" b="-4171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7483" y="3016797"/>
            <a:ext cx="18170517" cy="4234735"/>
            <a:chOff x="0" y="0"/>
            <a:chExt cx="4785651" cy="1115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85651" cy="1115321"/>
            </a:xfrm>
            <a:custGeom>
              <a:avLst/>
              <a:gdLst/>
              <a:ahLst/>
              <a:cxnLst/>
              <a:rect r="r" b="b" t="t" l="l"/>
              <a:pathLst>
                <a:path h="1115321" w="4785651">
                  <a:moveTo>
                    <a:pt x="0" y="0"/>
                  </a:moveTo>
                  <a:lnTo>
                    <a:pt x="4785651" y="0"/>
                  </a:lnTo>
                  <a:lnTo>
                    <a:pt x="4785651" y="1115321"/>
                  </a:lnTo>
                  <a:lnTo>
                    <a:pt x="0" y="1115321"/>
                  </a:lnTo>
                  <a:close/>
                </a:path>
              </a:pathLst>
            </a:custGeom>
            <a:solidFill>
              <a:srgbClr val="172815">
                <a:alpha val="8000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785651" cy="1143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171051" y="3663176"/>
            <a:ext cx="7945897" cy="339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24"/>
              </a:lnSpc>
            </a:pPr>
            <a:r>
              <a:rPr lang="en-US" b="true" sz="1515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58716" y="905590"/>
            <a:ext cx="142649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69368" y="905590"/>
            <a:ext cx="989273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Photo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80227" y="905590"/>
            <a:ext cx="10892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7227" y="8984974"/>
            <a:ext cx="2675860" cy="27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9"/>
              </a:lnSpc>
              <a:spcBef>
                <a:spcPct val="0"/>
              </a:spcBef>
            </a:pPr>
            <a:r>
              <a:rPr lang="en-US" sz="16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www,reallygreatsite.com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18142" y="8984974"/>
            <a:ext cx="514753" cy="27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9"/>
              </a:lnSpc>
              <a:spcBef>
                <a:spcPct val="0"/>
              </a:spcBef>
            </a:pPr>
            <a:r>
              <a:rPr lang="en-US" sz="16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DAHZCRgvDVM</dc:identifier>
  <dcterms:modified xsi:type="dcterms:W3CDTF">2011-08-01T06:04:30Z</dcterms:modified>
  <cp:revision>1</cp:revision>
  <dc:title>Dark Green and White Bold Company Profile Presentation</dc:title>
</cp:coreProperties>
</file>